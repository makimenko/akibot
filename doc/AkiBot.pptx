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2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4DCE64C-8487-40EE-8727-5E483AC79F68}" type="datetimeFigureOut">
              <a:rPr lang="ru-RU" smtClean="0"/>
              <a:t>2015.01.15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D1593E7-8C7C-4449-9060-98B473C5D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4474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CE64C-8487-40EE-8727-5E483AC79F68}" type="datetimeFigureOut">
              <a:rPr lang="ru-RU" smtClean="0"/>
              <a:t>2015.01.15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93E7-8C7C-4449-9060-98B473C5D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410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CE64C-8487-40EE-8727-5E483AC79F68}" type="datetimeFigureOut">
              <a:rPr lang="ru-RU" smtClean="0"/>
              <a:t>2015.01.15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93E7-8C7C-4449-9060-98B473C5D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3323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CE64C-8487-40EE-8727-5E483AC79F68}" type="datetimeFigureOut">
              <a:rPr lang="ru-RU" smtClean="0"/>
              <a:t>2015.01.15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93E7-8C7C-4449-9060-98B473C5D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2414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CE64C-8487-40EE-8727-5E483AC79F68}" type="datetimeFigureOut">
              <a:rPr lang="ru-RU" smtClean="0"/>
              <a:t>2015.01.15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93E7-8C7C-4449-9060-98B473C5D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118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CE64C-8487-40EE-8727-5E483AC79F68}" type="datetimeFigureOut">
              <a:rPr lang="ru-RU" smtClean="0"/>
              <a:t>2015.01.15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93E7-8C7C-4449-9060-98B473C5D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248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CE64C-8487-40EE-8727-5E483AC79F68}" type="datetimeFigureOut">
              <a:rPr lang="ru-RU" smtClean="0"/>
              <a:t>2015.01.15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93E7-8C7C-4449-9060-98B473C5D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602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CE64C-8487-40EE-8727-5E483AC79F68}" type="datetimeFigureOut">
              <a:rPr lang="ru-RU" smtClean="0"/>
              <a:t>2015.01.15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93E7-8C7C-4449-9060-98B473C5D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8258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CE64C-8487-40EE-8727-5E483AC79F68}" type="datetimeFigureOut">
              <a:rPr lang="ru-RU" smtClean="0"/>
              <a:t>2015.01.15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93E7-8C7C-4449-9060-98B473C5D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5251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CE64C-8487-40EE-8727-5E483AC79F68}" type="datetimeFigureOut">
              <a:rPr lang="ru-RU" smtClean="0"/>
              <a:t>2015.01.15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93E7-8C7C-4449-9060-98B473C5D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3451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CE64C-8487-40EE-8727-5E483AC79F68}" type="datetimeFigureOut">
              <a:rPr lang="ru-RU" smtClean="0"/>
              <a:t>2015.01.15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93E7-8C7C-4449-9060-98B473C5D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247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CE64C-8487-40EE-8727-5E483AC79F68}" type="datetimeFigureOut">
              <a:rPr lang="ru-RU" smtClean="0"/>
              <a:t>2015.01.15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93E7-8C7C-4449-9060-98B473C5D039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3607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CE64C-8487-40EE-8727-5E483AC79F68}" type="datetimeFigureOut">
              <a:rPr lang="ru-RU" smtClean="0"/>
              <a:t>2015.01.15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93E7-8C7C-4449-9060-98B473C5D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1591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CE64C-8487-40EE-8727-5E483AC79F68}" type="datetimeFigureOut">
              <a:rPr lang="ru-RU" smtClean="0"/>
              <a:t>2015.01.15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93E7-8C7C-4449-9060-98B473C5D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33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CE64C-8487-40EE-8727-5E483AC79F68}" type="datetimeFigureOut">
              <a:rPr lang="ru-RU" smtClean="0"/>
              <a:t>2015.01.15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93E7-8C7C-4449-9060-98B473C5D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61811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CE64C-8487-40EE-8727-5E483AC79F68}" type="datetimeFigureOut">
              <a:rPr lang="ru-RU" smtClean="0"/>
              <a:t>2015.01.15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93E7-8C7C-4449-9060-98B473C5D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66168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CE64C-8487-40EE-8727-5E483AC79F68}" type="datetimeFigureOut">
              <a:rPr lang="ru-RU" smtClean="0"/>
              <a:t>2015.01.15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593E7-8C7C-4449-9060-98B473C5D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2536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CE64C-8487-40EE-8727-5E483AC79F68}" type="datetimeFigureOut">
              <a:rPr lang="ru-RU" smtClean="0"/>
              <a:t>2015.01.15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593E7-8C7C-4449-9060-98B473C5D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157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AkiBot</a:t>
            </a:r>
            <a:endParaRPr lang="ru-R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v0.1</a:t>
            </a:r>
            <a:endParaRPr lang="ru-R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033" y="770021"/>
            <a:ext cx="6630737" cy="497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34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Electronics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Motor control</a:t>
            </a:r>
          </a:p>
          <a:p>
            <a:r>
              <a:rPr lang="en-US" dirty="0"/>
              <a:t>Sensor </a:t>
            </a:r>
            <a:r>
              <a:rPr lang="en-US" dirty="0" smtClean="0"/>
              <a:t>reading</a:t>
            </a:r>
          </a:p>
          <a:p>
            <a:r>
              <a:rPr lang="en-US" dirty="0" smtClean="0"/>
              <a:t>Communication</a:t>
            </a:r>
          </a:p>
          <a:p>
            <a:r>
              <a:rPr lang="en-US" dirty="0" smtClean="0"/>
              <a:t>Controller</a:t>
            </a:r>
          </a:p>
          <a:p>
            <a:r>
              <a:rPr lang="en-US" dirty="0"/>
              <a:t>Power </a:t>
            </a:r>
            <a:r>
              <a:rPr lang="en-US" dirty="0" smtClean="0"/>
              <a:t>management</a:t>
            </a:r>
          </a:p>
          <a:p>
            <a:r>
              <a:rPr lang="en-US" dirty="0"/>
              <a:t>Glue logic</a:t>
            </a:r>
            <a:endParaRPr lang="en-US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959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 smtClean="0"/>
              <a:t>AwtController</a:t>
            </a:r>
            <a:endParaRPr lang="en-US" dirty="0" smtClean="0"/>
          </a:p>
          <a:p>
            <a:r>
              <a:rPr lang="en-US" dirty="0" smtClean="0"/>
              <a:t>Distance</a:t>
            </a:r>
          </a:p>
          <a:p>
            <a:r>
              <a:rPr lang="en-US" dirty="0" smtClean="0"/>
              <a:t>Gyroscope</a:t>
            </a:r>
          </a:p>
          <a:p>
            <a:r>
              <a:rPr lang="en-US" dirty="0" err="1" smtClean="0"/>
              <a:t>GyroscopeCalibration</a:t>
            </a:r>
            <a:endParaRPr lang="en-US" dirty="0" smtClean="0"/>
          </a:p>
          <a:p>
            <a:r>
              <a:rPr lang="en-US" dirty="0" smtClean="0"/>
              <a:t>Orientation</a:t>
            </a:r>
          </a:p>
          <a:p>
            <a:r>
              <a:rPr lang="en-US" dirty="0" smtClean="0"/>
              <a:t>Positioning</a:t>
            </a:r>
          </a:p>
          <a:p>
            <a:r>
              <a:rPr lang="en-US" dirty="0" err="1" smtClean="0"/>
              <a:t>SpeechSynthesis</a:t>
            </a:r>
            <a:endParaRPr lang="en-US" dirty="0" smtClean="0"/>
          </a:p>
          <a:p>
            <a:r>
              <a:rPr lang="en-US" dirty="0" err="1" smtClean="0"/>
              <a:t>TankTrack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07158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11</TotalTime>
  <Words>22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Tw Cen MT</vt:lpstr>
      <vt:lpstr>Circuit</vt:lpstr>
      <vt:lpstr>AkiBot</vt:lpstr>
      <vt:lpstr>Electronics</vt:lpstr>
      <vt:lpstr>Components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dm</dc:creator>
  <cp:lastModifiedBy>dm</cp:lastModifiedBy>
  <cp:revision>11</cp:revision>
  <dcterms:created xsi:type="dcterms:W3CDTF">2015-01-15T19:47:58Z</dcterms:created>
  <dcterms:modified xsi:type="dcterms:W3CDTF">2015-01-15T20:03:45Z</dcterms:modified>
</cp:coreProperties>
</file>